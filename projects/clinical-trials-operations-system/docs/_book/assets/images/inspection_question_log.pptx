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461F-9033-DE8A-095A-F8381DB6D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92D8D-7F94-4D53-E666-C86B7F4BB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E04E4-A9EF-4FE9-039E-F44BC7AC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1F148-25FC-5B23-0606-382B9273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9344F-F494-6CF2-5C88-DE44F899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CC5D-6EAD-956F-358D-D25B6EEF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E9300-FA26-A611-98A7-434864AB5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0E70F-A3D3-D4DB-2CF7-B364C2E80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C9B8-F907-DEAE-633D-CA4AFECC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F0093-1EC3-CA1B-3D9B-01F8FFC3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3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559E-0A31-F845-077B-E6EEF8E19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DAC69-48D4-88DE-F18F-D224E0C8B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843FF-23F6-D800-914E-6D91890D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F70A-8148-85E7-8B37-635B12E7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E1BF5-4FA0-07D2-1E3B-86DC5880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6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BF338-FA7B-2397-BC42-85B264A2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249D-AD07-CE3A-E020-7E93B9C19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690A7-4297-88E4-F2E5-0CC62D3C2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3E6CA-7821-7FD5-2CBA-1F9F4909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85910-641A-0F2A-3D07-08060DFE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268A3-EEF0-A38A-A4BE-85291130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5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DEFC-8E7A-6792-925D-95C923B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1FD99-EBF1-7317-A0DF-E0E0A864C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E2F15-8E96-A70E-E94E-C0F60976A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2F4CF-B745-BAD7-DAE9-F5FBFBE7D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8888F-CBA1-2526-96AB-0E996385D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D86EF-09D5-0DCC-3543-648E981A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535D3D-2709-E4FF-E63C-01E5B1C1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580902-91EE-009A-4D41-A4383F5F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72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A56F-1C3E-2268-462D-3D576BE6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688BF-4110-7229-7217-8A6A2EBE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9A0DD-5AB7-8932-CAAA-4F9C3B9D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85281-45EB-FFAE-EDF0-289559BE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9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7D8EE-45D8-9FF4-01B4-B3335A25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C1066-29BB-13EC-35F1-4BE564C5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CF857-B8B7-C281-FA24-D7A472E1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E33B-C7F2-1134-F501-11EACBCF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B66DE-1E27-6D0E-8883-E799F68E3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53C12-FC23-B627-18B4-2B2C89DCA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92135-49C2-F313-244A-F47211973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BBC57-191C-4D5B-D291-9D2E9779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ABA04-8BCC-6DCB-CEDA-1C16F734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7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ED668-5E07-8FFC-AE1C-60F92F5E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07F82-F04F-0435-F14D-3A8AF6767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6C27A-418D-DACD-459C-C29F1D907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F7218-5E22-7136-9D48-5547D948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8F51A-BDEF-E983-E1F3-5DA9541C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F605B-65DC-D98B-25D4-D6E1215A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3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BC55-9029-702C-E50F-B94BBF70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FC784-C2D1-2E9A-3247-FB3BA84E2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08242-64EE-1C69-85AB-652CDC34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FDFD2-D3CF-CAD4-DD36-EB05E810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0FFBF-51B8-B35F-9A08-3AA14D81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8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94AC9-8E2A-5E8A-7B34-9984BDA9F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00291-B8BA-4F9B-90D0-2FCA26453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03E6-BEDA-4070-52E1-3D289554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916E0-1E23-C0F7-B5A2-3BDECCD5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F2205-E8A4-EE0E-1D8B-ABC26412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7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21F80-32C2-624F-CEDB-CBA3AD5E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B3D0B-4762-4959-309F-706335CF3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93EE2-6B32-915A-6574-47906FAC9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239B1-7368-4CFB-AFC1-C84B03241B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775CD-3416-87CE-385E-78A6B03EF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93BCB-7DAE-C94F-76AE-7A092A10C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9BB6C-A581-4979-BE72-97F10F33D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7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D4B0-1982-C196-4CA1-DF99BE623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E631B-0143-F6D2-09D9-3F9B8143A8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46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10000"/>
                <a:lumOff val="9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4680ED-EAEE-87AA-FB07-2B0395695BC6}"/>
              </a:ext>
            </a:extLst>
          </p:cNvPr>
          <p:cNvSpPr txBox="1"/>
          <p:nvPr/>
        </p:nvSpPr>
        <p:spPr>
          <a:xfrm>
            <a:off x="695229" y="6471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Inspection Question Log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2244BB-3541-59C2-1D24-660EAC1AA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629110"/>
              </p:ext>
            </p:extLst>
          </p:nvPr>
        </p:nvGraphicFramePr>
        <p:xfrm>
          <a:off x="719191" y="1460567"/>
          <a:ext cx="10536637" cy="2926080"/>
        </p:xfrm>
        <a:graphic>
          <a:graphicData uri="http://schemas.openxmlformats.org/drawingml/2006/table">
            <a:tbl>
              <a:tblPr/>
              <a:tblGrid>
                <a:gridCol w="2649937">
                  <a:extLst>
                    <a:ext uri="{9D8B030D-6E8A-4147-A177-3AD203B41FA5}">
                      <a16:colId xmlns:a16="http://schemas.microsoft.com/office/drawing/2014/main" val="18152750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927679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217086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59446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2">
                            <a:lumMod val="9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2">
                            <a:lumMod val="9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Inspector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2">
                            <a:lumMod val="9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Action Taken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2">
                            <a:lumMod val="9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42549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04/20/2024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you provide the ICF for all subjects?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Provided ICFs for all subjects.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6517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04/20/2024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Complete AE follow-up form for missing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Explained the deviation log process.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25969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04/21/2024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is the process for AE reporting?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Presented delegation log list.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4583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04/21/2024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Described the AE reporting procedure.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QA Auditor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Described AE reporting procedure.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bg1">
                            <a:lumMod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7462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01DD0D2-B461-E376-CECF-4BF8C1FC7690}"/>
              </a:ext>
            </a:extLst>
          </p:cNvPr>
          <p:cNvSpPr txBox="1"/>
          <p:nvPr/>
        </p:nvSpPr>
        <p:spPr>
          <a:xfrm>
            <a:off x="818512" y="5136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Inspection Question Log (Mock Data)</a:t>
            </a:r>
          </a:p>
        </p:txBody>
      </p:sp>
    </p:spTree>
    <p:extLst>
      <p:ext uri="{BB962C8B-B14F-4D97-AF65-F5344CB8AC3E}">
        <p14:creationId xmlns:p14="http://schemas.microsoft.com/office/powerpoint/2010/main" val="315484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Minor</dc:creator>
  <cp:lastModifiedBy>Grant Minor</cp:lastModifiedBy>
  <cp:revision>1</cp:revision>
  <dcterms:created xsi:type="dcterms:W3CDTF">2026-02-05T18:30:28Z</dcterms:created>
  <dcterms:modified xsi:type="dcterms:W3CDTF">2026-02-05T18:41:05Z</dcterms:modified>
</cp:coreProperties>
</file>